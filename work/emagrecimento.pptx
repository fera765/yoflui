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emagrecimento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 / 20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emagrecimento saudável começa com o entendimento de que não se trata apenas de perder peso rapidamente, mas de adotar hábitos sustentáveis ao longo da vida. Muitas pessoas cometem o erro de seguir dietas restritivas que prometem resultados rápidos, mas que são difíceis de manter. O segredo está no equilíbrio: uma alimentação variada, rica em nutrientes, aliada à prática regular de atividade física. Evite pular refeições, prefira alimentos integrais, controle as porções e beba bastante água. Pequenas mudanças, como substituir refrigerantes por água ou aumentar o consumo de vegetais, fazem grande diferença a longo prazo. Lembre-se: o corpo responde melhor a mudanças graduais e conscientes. Foque na saúde, não apenas no número na balança. Seu bem-estar é o verdadeiro indicador de sucesso.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 / 20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emagrecimento saudável começa com o entendimento de que não se trata apenas de dietas restritivas, mas de uma reeducação alimentar aliada a hábitos de vida equilibrados. O foco deve estar em escolhas sustentáveis, que você consiga manter ao longo do tempo. Evite promessas de resultados rápidos e invista em pequenas mudanças diárias, como aumentar o consumo de água, priorizar alimentos integrais e incluir proteínas magras nas refeições. O processo também envolve ouvir seu corpo: comer devagar, reconhecer a saciedade e identificar gatilhos emocionais que levam ao excesso de comida. Lembre-se: o corpo responde melhor à consistência do que à perfeição. Pequenos ajustes, quando mantidos com disciplina e paciência, geram transformações duradouras. Seu bem-estar e saúde vêm antes da busca pela perfeição estética.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3 / 20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O emagrecimento saudável começa com uma base sólida: a alimentação equilibrada. Comer de forma consciente não significa passar fome, mas sim escolher alimentos que nutrem e saciam. Priorize proteínas magras, como frango, peixe e leguminosas, que ajudam a manter a massa muscular durante a perda de peso. Inclua fibras, presentes em vegetais, frutas e grãos integrais, que aumentam a sensação de saciedade e melhoram o trânsito intestinal. Evite alimentos ultraprocessados, ricos em açúcar e gorduras trans, que contribuem para o acúmulo de gordura e inflamação. Beber água também é essencial — ajuda na digestão, no controle do apetite e na eliminação de toxinas. Pequenas mudanças alimentares, quando contínuas, geram grandes resultados. Planeje suas refeições, evite comer por emoção e ouça os sinais do seu corpo. Lembre-se: o objetivo é construir hábitos duradouros, não buscar soluções rápidas.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4 / 20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O Segredo do Emagrecimento Sustentável**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emagrecer sem passar fome. Mesmo alimentos saudáveis podem atrapalhar seus objetivos se consumidos em excesso. Use pratos menores, evite comer direto da embalagem e pratique a mastigação lenta para sentir saciedade. Uma técnica eficaz é preencher metade do prato com vegetais, um quarto com proteína magra e o restante com carboidratos complexos. Além disso, beber água antes das refeições ajuda a reduzir a fome. Lembre-se: emagrecimento não é sobre restrição extrema, mas sobre equilíbrio e consciência alimentar. Pequenas mudanças nos hábitos de alimentação geram grandes resultados a longo prazo.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5 / 20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Como Comer Menos Sem Passar Fome**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o emagrecimento, mas não significa se privar. A chave está em reconhecer o tamanho adequado dos alimentos. Use pratos menores para enganar visualmente o cérebro, o que ajuda a reduzir a quantidade ingerida. Coma devagar e mastigue bem — isso ativa os sinais de saciedade e evita a compulsão. Inclua proteínas e fibras nas refeições, pois aumentam a sensação de saciedade por mais tempo. Evite comer direto da embalagem e prefira porções pré-medidas. Pequenas mudanças na forma de servir e consumir os alimentos geram impacto significativo no controle de peso. Lembre-se: equilíbrio e consciência alimentar são fundamentais para emagrecer com saúde.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6 / 20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O Segredo do Emagrecimento Sustentável**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emagrecer sem passar fome. Muitas vezes, o excesso de comida está nos pratos, não na variedade. Use pratos menores para enganar o cérebro e reduzir a quantidade ingerida. Invista em alimentos volumosos, mas com baixa densidade calórica, como legumes, verduras e frutas. Eles saciam sem comprometer seus objetivos. Evite comer direto da embalagem — porções pré-medidas ajudam a manter o foco. Comer devagar também ajuda: o cérebro leva cerca de 20 minutos para perceber saciedade. Pratique a escuta do seu corpo e pare de comer quando sentir-se satisfeito, não cheio. Pequenas mudanças na porção geram grandes resultados no longo prazo.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7 / 20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8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Como Comer Menos Sem Passar Fome**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o emagrecimento, mas não significa passar fome. A chave está em comer de forma consciente e com estratégias práticas. Use pratos menores para enganar visualmente o cérebro, o que ajuda a reduzir a quantidade ingerida sem perceber. Coma devagar, mastigando bem, para que o sinal de saciedade chegue ao cérebro em até 20 minutos. Prefira alimentos volumosos e ricos em fibras, como legumes, verduras e frutas, que ocupam espaço no estômago com menos calorias. Evite comer direto da embalagem — porções pré-medidas ajudam a manter o controle. Comer com atenção plena evita excessos e transforma a alimentação em um hábito mais saudável e sustentável.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8 / 20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9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O Segredo do Emagrecimento Sustentável**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emagrecer sem passar fome. Mesmo alimentos saudáveis podem atrapalhar seus objetivos se consumidos em excesso. Use pratos menores para enganar o cérebro e reduzir a quantidade ingerida. Coma devagar, levando pelo menos 20 minutos para finalizar sua refeição – isso permite que o cérebro registre a saciedade. Evite comer direto da embalagem; porções pré-medidas ajudam a manter o foco. Legumes, frutas e proteínas magras devem ocupar a maior parte do prato, enquanto carboidratos refinados devem ser reduzidos. Lembre-se: equilíbrio e consciência são fundamentais. Pequenas mudanças na porção geram grandes resultados no longo prazo.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9 / 20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Como Comer Menos sem Passar Fome**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emagrecer sem sentir privação. Use pratos menores para enganar o cérebro e reduzir a quantidade de comida ingerida. Coma devagar, levando pelo menos 20 minutos para terminar a refeição – isso permite que o cérebro registre saciedade. Evite comer direto da embalagem; porções pré-medidas ajudam a manter o foco. Prefira alimentos volumosos e ricos em fibras, como legumes e frutas, que ocupam espaço no estômago com menos calorias. Beber água antes das refeições também ajuda a reduzir a fome. Pequenas mudanças no tamanho das porções geram grandes resultados no processo de emagrecimento.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10 / 20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11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Como Comer Menos Sem Passar Fome**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o emagrecimento, mas não significa passar fome. A chave está em reconhecer os tamanhos adequados dos alimentos. Use pratos menores para enganar visualmente o cérebro e reduzir a quantidade ingerida. Priorize alimentos volumosos e de baixa caloria, como legumes, verduras e caldos, que aumentam a saciedade sem exceder calorias. Divida seu prato da seguinte forma: metade com vegetais, um quarto com proteína magra e outro quarto com carboidrato complexo. Evite comer direto da embalagem — porções indefinidas levam ao consumo excessivo. Comer devagar também ajuda: o cérebro leva cerca de 20 minutos para perceber saciedade. Pratique a escuta atenta do corpo e pare de comer ao sentir-se satisfeito, não cheio.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11 / 20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12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O Segredo do Emagrecimento Sustentável**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emagrecer sem passar fome. Muitas vezes, o excesso de comida, mesmo que saudável, pode atrapalhar seus objetivos. Use pratos menores, sirva as refeições com antecedência e evite comer direto da embalagem. Uma dica prática é seguir a regra do prato: 50% de vegetais, 25% de proteína magra e 25% de carboidratos complexos. Mastigue devagar e ouça os sinais de saciedade do corpo. Isso ajuda a evitar a compulsão e melhora a digestão. Lembre-se: emagrecimento não é sobre restrição extrema, mas sobre equilíbrio e consciência alimentar. Pequenas mudanças nos hábitos de alimentação trazem resultados duradouros.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12 / 20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13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O Segredo do Emagrecimento Sustentável**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emagrecer sem passar fome. Mesmo alimentos saudáveis podem atrapalhar seus objetivos se consumidos em excesso. Use pratos menores, sirva as refeições em recipientes previamente definidos e evite comer direto da embalagem. Uma técnica eficaz é o “prato equilibrado”: preencha metade com vegetais, um quarto com proteína magra e outro quarto com carboidratos complexos. Além disso, coma devagar e com atenção, ouvindo os sinais de saciedade do corpo. Essa prática ajuda a evitar exageros e melhora a digestão. Pequenas mudanças nos hábitos alimentares, como essas, geram grandes resultados a longo prazo.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13 / 20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14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Como Comer Menos Sem Passar Fome**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o emagrecimento, mas não significa passar fome. Use pratos menores para enganar visualmente o cérebro, o que ajuda a reduzir a quantidade de comida ingerida. Coma devagar e mastigue bem — isso aumenta a sensação de saciedade e evita o consumo excessivo. Inclua alimentos volumosos e com baixa densidade calórica, como legumes, verduras e caldos, que preenchem o estômago com poucas calorias. Evite comer direto da embalagem; porções pré-medidas ajudam a manter o controle. Ouça seu corpo: pare de comer quando sentir saciedade leve. Pequenas mudanças nos hábitos alimentares geram grandes resultados no processo de emagrecimento.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14 / 20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15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Como Comer Menos sem Sentir Fome**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o emagrecimento, mas não significa passar fome. Use pratos menores para enganar o cérebro e criar a sensação de saciedade. Coma devagar, levando pelo menos 20 minutos para terminar a refeição – isso permite que o cérebro registre a sensação de saciedade. Evite comer direto da embalagem; porções pré-medidas ajudam a evitar exageros. Prefira alimentos volumosos e ricos em fibras, como legumes, frutas e grãos integrais, que ocupam espaço no estômago com menos calorias. Beber água antes das refeições também ajuda a reduzir o apetite. Pequenas mudanças no controle de porções trazem grandes resultados no processo de emagrecimento.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15 / 20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16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**Controle de Porções: O Segredo do Emagrecimento Sustentável**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Controlar as porções é essencial para emagrecer sem passar fome. Mesmo alimentos saudáveis podem atrapalhar seus objetivos se consumidos em excesso. Use pratos menores, evite comer direto da embalagem e mastigue devagar para dar tempo ao cérebro registrar a saciedade. Uma dica prática é preencher metade do prato com vegetais, um quarto com proteína magra e o restante com carboidratos complexos. Além disso, beba água antes das refeições e evite distrações durante as refeições, como TV ou celular. Essas pequenas mudanças ajudam a reduzir calorias naturalmente, sem a sensação de privação, promovendo um emagrecimento saudável e duradouro.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16 / 20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17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**Reeducação Alimentar: Pequenas Mudanças, Grandes Resultados**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A reeducação alimentar é a base do emagrecimento sustentável. Em vez de dietas restritivas, o foco deve ser na substituição gradual de hábitos. Comece trocando refrigerantes por água, aumentando o consumo de vegetais e escolhendo grãos integrais. Coma devagar, prestando atenção à saciedade. Planeje suas refeições com antecedência para evitar escolhas impulsivas. Evite alimentos ultraprocessados e priorize opções naturais e nutritivas. Lembre-se: o objetivo é criar um novo estilo de vida, não seguir uma dieta temporária. Pequenas mudanças diárias geram transformações duradouras. Seja paciente e consistente. Cada escolha saudável é um passo em direção ao seu bem-estar e ao peso ideal.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17 / 20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18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**Página 18: Supere os Obstáculos Comuns no Emagrecimento**</a:t>
            </a:r>
            <a:endParaRPr lang="en-US" sz="2000" dirty="0"/>
          </a:p>
          <a:p>
            <a:pPr algn="ctr" indent="0" marL="0">
              <a:buNone/>
            </a:pPr>
            <a:endParaRPr lang="en-US" sz="2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Durante a jornada de emagrecimento, é normal enfrentar desafios como a falta de tempo, compulsão alimentar e desânimo. Planejar refeições com antecedência, cozinhar em lotes e manter lanches saudáveis à mão ajudam a manter o foco. Evite pular refeições, pois isso pode aumentar a fome e levar a escolhas alimentares ruins. Pratique a alimentação consciente, mastigando devagar e ouvindo os sinais de saciedade do corpo. Lembre-se: recaídas fazem parte do processo. Em vez de desistir, identifique o que desencadeou o deslize e ajuste sua estratégia. Pequenas mudanças sustentáveis trazem resultados duradouros. Mantenha o foco no bem-estar, não apenas no número na balança.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18 / 20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19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Manter o foco no emagrecimento saudável vai além da dieta — envolve mudanças de comportamento duradouras. Nesta jornada, é essencial estabelecer metas realistas e celebrar cada pequena conquista. Evite dietas restritivas que prometem resultados rápidos, pois geralmente são insustentáveis e podem levar ao efeito sanfona. Priorize alimentos integrais, ricos em fibras, proteínas magras e gorduras boas, que ajudam a manter a saciedade e o equilíbrio hormonal. Além disso, pratique atividade física regularmente, mesmo que sejam apenas caminhadas diárias. Lembre-se: o corpo leva tempo para se adaptar, e o emagrecimento eficaz é um processo gradual. Cuide também da saúde mental — o estresse e a ansiedade podem sabotar seus esforços. Durma bem, pratique a alimentação consciente e busque apoio quando necessário. Seu bem-estar é o foco final.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19 / 20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</a:rPr>
              <a:t>Página 20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56032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Parabéns por chegar até aqui! Você está no caminho certo para conquistar seu emagrecimento saudável. Lembre-se: cada pequena mudança alimentar e cada passo dado na direção do seu objetivo conta. A jornada pode ser desafiadora, mas é perfeitamente possível com consistência, paciência e planejamento. Evite dietas restritivas e busque hábitos sustentáveis, como refeições equilibradas, prática regular de atividade física e sono de qualidade. Foque no progresso, não na perfeição. Seja gentil consigo mesmo e celebre cada conquista, por menor que pareça. O emagrecimento saudável é um processo contínuo de autoconhecimento e cuidado. Mantenha-se motivado, busque apoio quando necessário e acredite no seu potencial. Você tem tudo para transformar sua saúde e qualidade de vida. Sua jornada de transformação está apenas começando.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8229600" y="484632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888888"/>
                </a:solidFill>
              </a:rPr>
              <a:t>20 / 20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2025-11-11T14:21:39Z</dcterms:created>
  <dcterms:modified xsi:type="dcterms:W3CDTF">2025-11-11T14:21:39Z</dcterms:modified>
</cp:coreProperties>
</file>